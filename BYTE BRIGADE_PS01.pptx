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8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xmlns="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xmlns="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xmlns="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xmlns="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xmlns="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8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0.png"/><Relationship Id="rId8" Type="http://schemas.openxmlformats.org/officeDocument/2006/relationships/image" Target="../media/image8.png"/><Relationship Id="rId9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0.png"/><Relationship Id="rId10" Type="http://schemas.openxmlformats.org/officeDocument/2006/relationships/image" Target="../media/image8.png"/><Relationship Id="rId11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2.jpeg"/><Relationship Id="rId5" Type="http://schemas.openxmlformats.org/officeDocument/2006/relationships/image" Target="../media/image2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10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PS01 (KLA) - AI-Based Restoration of Degraded Images for Semiconductor Inspection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 BRIGADE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 Bajaj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Raghav Soni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Parth Kumar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Mayank Lodhi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LNCT University, Bhopal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+91 91796 86667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prakharbajaj1551@gmail.com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xmlns="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</a:t>
            </a:r>
            <a:r>
              <a:rPr lang="en-US" sz="2600" b="1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Statement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PS01 - KLA: AI-Based Restoration of Degraded Images for Semiconductor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17037"/>
            <a:ext cx="10267798" cy="1348739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7593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3968496"/>
            <a:ext cx="8968435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Wafer inspection images arrive noisy and low-resolution: fast, low-dose scanning trades image quality for throughput.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degradations are present - speckle noise (scales with brightness), additive Gaussian sensor noise, and 2x downsampling - applied in an undisclosed order.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defects hide inside this noise. A missed defect can cost an entire wafer; a false alarm wastes engineer time.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Task: learn a mapping from a 128x128 degraded image to its clean 256x256 original, scored on PSNR, SSIM, LPIPS and end-to-end speed.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xmlns="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  <p:pic>
        <p:nvPicPr>
          <p:cNvPr id="23" name="Picture 22" descr="slide_probl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5202938"/>
            <a:ext cx="4614333" cy="10379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07338" y="214701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10690" y="237424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2771547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restores a noisy 128x128 image to a clean 256x256 one - denoising and 2x super-resolution in a single pass, trained only on the data provided.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07338" y="3601365"/>
            <a:ext cx="10267798" cy="113385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961949" y="367954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961949" y="3968953"/>
            <a:ext cx="76773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Supervised on the 3,200 provided pairs - no external datasets, no pretrained restoration weights.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One network performs denoising and 2x super-resolution in a single pass.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Residual learning - the model corrects rather than generates, which strongly constrains hallucination.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07338" y="4886096"/>
            <a:ext cx="10267798" cy="1307592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035202" y="4955133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035202" y="5215280"/>
            <a:ext cx="8458200" cy="83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0.53 M parameters, 2.3 MB checkpoint - runs on a laptop CPU.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the judged metrics: Charbonnier + SSIM + LPIPS loss.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28.00 dB PSNR / 0.759 SSIM / 0.175 LPIPS - beats bicubic on all three.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25 ms per image on a T4 GPU (40 images/second).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xmlns="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24 NAFNet blocks with 48 channels and a learned 2x PixelShuffle upsampler - 0.53 M parameters, 2.3 MB inference checkpoint.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248716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959352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24528"/>
            <a:ext cx="899678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NAFNet - SOTA quality, no transformer, no activation function.   LOSS - Charbonnier + 0.15 SSIM + 0.05 LPIPS (no GAN loss).</a:t>
            </a:r>
            <a:endParaRPr lang="en-US" sz="13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- 3,000/100/100 seeded split, 128 px crops, batch 16, 100 epochs, ~2 h on a free Colab T4.   INFERENCE - directories in/out, batched, tiled.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xmlns="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  <p:pic>
        <p:nvPicPr>
          <p:cNvPr id="24" name="Picture 23" descr="slide_architec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4288" y="4709160"/>
            <a:ext cx="7589520" cy="16079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judged metrics, and constrain the model to correct rather than generate - decisive when invented structure could be mistaken for a defect.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087368"/>
            <a:ext cx="4429354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scoreboard: SSIM and LPIPS terms sit inside the loss, so the model optimises two of the three judged metrics rather than hoping they follow from pixel accuracy.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Hallucination is strongly constrained: the global bicubic skip means the network predicts a correction rather than generating an image freely.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Float-faithful pipeline: degraded inputs legitimately exceed [0,1] and we never clip them; clipping is applied only to outputs, where ground truth guarantees the range.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087368"/>
            <a:ext cx="423915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SMALLER: 0.53 M parameters (2.3 MB) vs 10-26 M for Restormer or SwinIR - throughput is a strength, not a compromise.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FASTER: 25 ms per image end-to-end on a T4; all 400 test images in ~10 s.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TRUSTWORTHY: beats the bicubic baseline on 100 of 100 held-out images; failure cases are published and analysed rather than hidden.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splits, one-command training and inference, weights and runtime report committed to the repository.</a:t>
            </a:r>
            <a:endParaRPr lang="en-US" sz="1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KNOWN LIMITATION: very fine texture gains least - downsampling destroys detail we will not invent.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xmlns="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Better on all three judged image-quality metrics, at 25 ms per image - recovering detail that noise would otherwise hide, with no new hardware.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941063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3931920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187952"/>
            <a:ext cx="414863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hidden inside sensor noise becomes visible again - fewer missed defects and fewer false alarms.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Enables faster or lower-dose scanning: recover quality in software, so existing microscopes inspect more wafers.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941063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3931920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187952"/>
            <a:ext cx="3986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22.96 -&gt; 28.00 dB   (+5.04 dB)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0.537 -&gt; 0.759   |   LPIPS  0.433 -&gt; 0.175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ms/image - all 400 test images in ~10 s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0.53 M parameters, 2.3 MB checkpoint - runs on CPU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xmlns="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4288" y="5230368"/>
            <a:ext cx="7589520" cy="1144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and NAFNet-SR, trained in about two hours on a free Colab T4, and deployable on either a GPU or a plain laptop CPU.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end to end on a free Google Colab T4 in about two hours; no paid infrastructure was used at any stage.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runs on GPU or CPU. Batched on CUDA, tiled for large images, and verified on 128, 256 and non-square inputs.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Deployment is a drop-in folder-to-folder script plus a Streamlit UI for operators; evaluators need no source-code edits.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Measured, not estimated: benchmark.py reports end-to-end runtime with hardware and software versions stated.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2.11 - NAFNet-SR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T4 / H100 - CPU capable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 - Git -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xmlns="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xmlns="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xmlns="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github.com/prakharbajaj1551/semicon-image-restoration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xmlns="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xmlns="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5243170"/>
            <a:ext cx="512064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https://youtu.be/0eGuJqKfNBQ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component is drawn from peer-reviewed restoration research, not invented for this hackathon.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published, peer-reviewed research rather than an unproven design: NAFNet (ECCV 2022) matches transformer restorers at a fraction of the cost.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 follows restoration literature - Charbonnier for pixel fidelity, SSIM for structure, LPIPS for perceptual quality.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 on a held-out split with no selection leakage, against a bicubic baseline, with failure cases analysed.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 papers behind our architecture, our upsampler and our perceptual metric.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2224" y="4846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1: Chen et al., Simple Baselines for Image Restoration (NAFNet), ECCV 2022 - arxiv.org/abs/2204.04676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2224" y="53035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2: Zhang et al., The Unreasonable Effectiveness of Deep Features as a Perceptual Metric (LPIPS), CVPR 2018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2224" y="57424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3: Shi et al., Real-Time Single Image Super-Resolution Using an Efficient Sub-Pixel CNN, CVPR 2016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xmlns="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xmlns="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xmlns="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1078</Words>
  <Application>Microsoft Office PowerPoint</Application>
  <PresentationFormat>Widescreen</PresentationFormat>
  <Paragraphs>109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Microsoft account</cp:lastModifiedBy>
  <cp:revision>5</cp:revision>
  <dcterms:created xsi:type="dcterms:W3CDTF">2026-01-15T05:38:47Z</dcterms:created>
  <dcterms:modified xsi:type="dcterms:W3CDTF">2026-08-12T13:20:58Z</dcterms:modified>
</cp:coreProperties>
</file>